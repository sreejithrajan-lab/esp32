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9"/>
  </p:notesMasterIdLst>
  <p:sldIdLst>
    <p:sldId id="256" r:id="rId2"/>
    <p:sldId id="258" r:id="rId3"/>
    <p:sldId id="259" r:id="rId4"/>
    <p:sldId id="281" r:id="rId5"/>
    <p:sldId id="282" r:id="rId6"/>
    <p:sldId id="267" r:id="rId7"/>
    <p:sldId id="264" r:id="rId8"/>
  </p:sldIdLst>
  <p:sldSz cx="9144000" cy="5143500" type="screen16x9"/>
  <p:notesSz cx="6858000" cy="9144000"/>
  <p:embeddedFontLst>
    <p:embeddedFont>
      <p:font typeface="Anek Malayalam" panose="020B0604020202020204" charset="0"/>
      <p:regular r:id="rId10"/>
      <p:bold r:id="rId11"/>
    </p:embeddedFont>
    <p:embeddedFont>
      <p:font typeface="Anek Malayalam SemiBold" panose="020B0604020202020204" charset="0"/>
      <p:regular r:id="rId12"/>
      <p:bold r:id="rId13"/>
    </p:embeddedFont>
    <p:embeddedFont>
      <p:font typeface="Helvetica Neu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664CA-9B06-42D0-AAB4-1AD47621DBE5}" v="11" dt="2026-01-07T13:29:04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custSel delSld modSld">
      <pc:chgData name="Sreejith Rajan" userId="ec11bca0e4bee75f" providerId="LiveId" clId="{7B4F392D-EAB3-4CE7-903E-F84869825F47}" dt="2026-01-07T16:05:31.170" v="975" actId="1076"/>
      <pc:docMkLst>
        <pc:docMk/>
      </pc:docMkLst>
      <pc:sldChg chg="modSp mod">
        <pc:chgData name="Sreejith Rajan" userId="ec11bca0e4bee75f" providerId="LiveId" clId="{7B4F392D-EAB3-4CE7-903E-F84869825F47}" dt="2026-01-07T10:56:47.674" v="4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6-01-07T10:56:47.674" v="47" actId="20577"/>
          <ac:spMkLst>
            <pc:docMk/>
            <pc:sldMk cId="0" sldId="256"/>
            <ac:spMk id="3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07T10:58:41.331" v="232"/>
        <pc:sldMkLst>
          <pc:docMk/>
          <pc:sldMk cId="0" sldId="258"/>
        </pc:sldMkLst>
        <pc:spChg chg="mod">
          <ac:chgData name="Sreejith Rajan" userId="ec11bca0e4bee75f" providerId="LiveId" clId="{7B4F392D-EAB3-4CE7-903E-F84869825F47}" dt="2026-01-07T10:58:41.331" v="232"/>
          <ac:spMkLst>
            <pc:docMk/>
            <pc:sldMk cId="0" sldId="258"/>
            <ac:spMk id="47" creationId="{00000000-0000-0000-0000-000000000000}"/>
          </ac:spMkLst>
        </pc:spChg>
      </pc:sldChg>
      <pc:sldChg chg="addSp modSp mod">
        <pc:chgData name="Sreejith Rajan" userId="ec11bca0e4bee75f" providerId="LiveId" clId="{7B4F392D-EAB3-4CE7-903E-F84869825F47}" dt="2026-01-07T11:00:03.401" v="245" actId="122"/>
        <pc:sldMkLst>
          <pc:docMk/>
          <pc:sldMk cId="0" sldId="259"/>
        </pc:sldMkLst>
        <pc:spChg chg="mod">
          <ac:chgData name="Sreejith Rajan" userId="ec11bca0e4bee75f" providerId="LiveId" clId="{7B4F392D-EAB3-4CE7-903E-F84869825F47}" dt="2026-01-07T10:58:52.355" v="238" actId="20577"/>
          <ac:spMkLst>
            <pc:docMk/>
            <pc:sldMk cId="0" sldId="259"/>
            <ac:spMk id="54" creationId="{00000000-0000-0000-0000-000000000000}"/>
          </ac:spMkLst>
        </pc:spChg>
        <pc:spChg chg="mod">
          <ac:chgData name="Sreejith Rajan" userId="ec11bca0e4bee75f" providerId="LiveId" clId="{7B4F392D-EAB3-4CE7-903E-F84869825F47}" dt="2026-01-07T10:59:46.265" v="242" actId="5793"/>
          <ac:spMkLst>
            <pc:docMk/>
            <pc:sldMk cId="0" sldId="259"/>
            <ac:spMk id="55" creationId="{00000000-0000-0000-0000-000000000000}"/>
          </ac:spMkLst>
        </pc:spChg>
        <pc:graphicFrameChg chg="add mod modGraphic">
          <ac:chgData name="Sreejith Rajan" userId="ec11bca0e4bee75f" providerId="LiveId" clId="{7B4F392D-EAB3-4CE7-903E-F84869825F47}" dt="2026-01-07T11:00:03.401" v="245" actId="122"/>
          <ac:graphicFrameMkLst>
            <pc:docMk/>
            <pc:sldMk cId="0" sldId="259"/>
            <ac:graphicFrameMk id="2" creationId="{7F6FB776-341E-12FF-7F5F-D635149E8727}"/>
          </ac:graphicFrameMkLst>
        </pc:graphicFrameChg>
      </pc:sldChg>
      <pc:sldChg chg="delSp modSp mod">
        <pc:chgData name="Sreejith Rajan" userId="ec11bca0e4bee75f" providerId="LiveId" clId="{7B4F392D-EAB3-4CE7-903E-F84869825F47}" dt="2026-01-07T16:05:31.170" v="975" actId="1076"/>
        <pc:sldMkLst>
          <pc:docMk/>
          <pc:sldMk cId="1389626550" sldId="267"/>
        </pc:sldMkLst>
        <pc:spChg chg="del">
          <ac:chgData name="Sreejith Rajan" userId="ec11bca0e4bee75f" providerId="LiveId" clId="{7B4F392D-EAB3-4CE7-903E-F84869825F47}" dt="2026-01-07T13:19:55.173" v="651" actId="478"/>
          <ac:spMkLst>
            <pc:docMk/>
            <pc:sldMk cId="1389626550" sldId="267"/>
            <ac:spMk id="6" creationId="{DD3A9819-F112-E25B-7138-2A0760126BA6}"/>
          </ac:spMkLst>
        </pc:spChg>
        <pc:spChg chg="mod">
          <ac:chgData name="Sreejith Rajan" userId="ec11bca0e4bee75f" providerId="LiveId" clId="{7B4F392D-EAB3-4CE7-903E-F84869825F47}" dt="2026-01-07T16:05:31.170" v="975" actId="1076"/>
          <ac:spMkLst>
            <pc:docMk/>
            <pc:sldMk cId="1389626550" sldId="267"/>
            <ac:spMk id="7" creationId="{4C3FCA25-35B8-69A0-48BE-B820046C9609}"/>
          </ac:spMkLst>
        </pc:spChg>
        <pc:spChg chg="mod">
          <ac:chgData name="Sreejith Rajan" userId="ec11bca0e4bee75f" providerId="LiveId" clId="{7B4F392D-EAB3-4CE7-903E-F84869825F47}" dt="2026-01-07T13:29:50.254" v="970" actId="20577"/>
          <ac:spMkLst>
            <pc:docMk/>
            <pc:sldMk cId="1389626550" sldId="267"/>
            <ac:spMk id="54" creationId="{505CB07C-62A7-0E4C-6035-03E85C6DF01E}"/>
          </ac:spMkLst>
        </pc:spChg>
        <pc:spChg chg="mod">
          <ac:chgData name="Sreejith Rajan" userId="ec11bca0e4bee75f" providerId="LiveId" clId="{7B4F392D-EAB3-4CE7-903E-F84869825F47}" dt="2026-01-07T13:29:07.741" v="938" actId="15"/>
          <ac:spMkLst>
            <pc:docMk/>
            <pc:sldMk cId="1389626550" sldId="267"/>
            <ac:spMk id="55" creationId="{93441B73-3EF0-0031-34E8-88A822C7B502}"/>
          </ac:spMkLst>
        </pc:spChg>
      </pc:sldChg>
      <pc:sldChg chg="addSp modSp mod">
        <pc:chgData name="Sreejith Rajan" userId="ec11bca0e4bee75f" providerId="LiveId" clId="{7B4F392D-EAB3-4CE7-903E-F84869825F47}" dt="2026-01-07T13:07:10.994" v="268" actId="1076"/>
        <pc:sldMkLst>
          <pc:docMk/>
          <pc:sldMk cId="280470215" sldId="281"/>
        </pc:sldMkLst>
        <pc:spChg chg="mod">
          <ac:chgData name="Sreejith Rajan" userId="ec11bca0e4bee75f" providerId="LiveId" clId="{7B4F392D-EAB3-4CE7-903E-F84869825F47}" dt="2026-01-07T11:08:44.250" v="257" actId="20577"/>
          <ac:spMkLst>
            <pc:docMk/>
            <pc:sldMk cId="280470215" sldId="281"/>
            <ac:spMk id="54" creationId="{6B15B2B1-49F5-2797-EA94-FD8176141DEB}"/>
          </ac:spMkLst>
        </pc:spChg>
        <pc:spChg chg="mod">
          <ac:chgData name="Sreejith Rajan" userId="ec11bca0e4bee75f" providerId="LiveId" clId="{7B4F392D-EAB3-4CE7-903E-F84869825F47}" dt="2026-01-07T11:08:49.453" v="259" actId="5793"/>
          <ac:spMkLst>
            <pc:docMk/>
            <pc:sldMk cId="280470215" sldId="281"/>
            <ac:spMk id="55" creationId="{3F769B9D-F2C9-ED4B-5F86-A4260FE8E786}"/>
          </ac:spMkLst>
        </pc:spChg>
        <pc:picChg chg="add mod">
          <ac:chgData name="Sreejith Rajan" userId="ec11bca0e4bee75f" providerId="LiveId" clId="{7B4F392D-EAB3-4CE7-903E-F84869825F47}" dt="2026-01-07T13:07:10.994" v="268" actId="1076"/>
          <ac:picMkLst>
            <pc:docMk/>
            <pc:sldMk cId="280470215" sldId="281"/>
            <ac:picMk id="3" creationId="{C911A124-BE6B-D0E7-A702-16FCE87542A6}"/>
          </ac:picMkLst>
        </pc:picChg>
      </pc:sldChg>
      <pc:sldChg chg="delSp modSp mod">
        <pc:chgData name="Sreejith Rajan" userId="ec11bca0e4bee75f" providerId="LiveId" clId="{7B4F392D-EAB3-4CE7-903E-F84869825F47}" dt="2026-01-07T13:07:58.136" v="345" actId="20577"/>
        <pc:sldMkLst>
          <pc:docMk/>
          <pc:sldMk cId="682396941" sldId="282"/>
        </pc:sldMkLst>
        <pc:spChg chg="mod">
          <ac:chgData name="Sreejith Rajan" userId="ec11bca0e4bee75f" providerId="LiveId" clId="{7B4F392D-EAB3-4CE7-903E-F84869825F47}" dt="2026-01-07T13:07:20.328" v="278" actId="20577"/>
          <ac:spMkLst>
            <pc:docMk/>
            <pc:sldMk cId="682396941" sldId="282"/>
            <ac:spMk id="54" creationId="{9283C473-62FC-4E7F-0537-4DF7FFC8FAA1}"/>
          </ac:spMkLst>
        </pc:spChg>
        <pc:spChg chg="mod">
          <ac:chgData name="Sreejith Rajan" userId="ec11bca0e4bee75f" providerId="LiveId" clId="{7B4F392D-EAB3-4CE7-903E-F84869825F47}" dt="2026-01-07T13:07:58.136" v="345" actId="20577"/>
          <ac:spMkLst>
            <pc:docMk/>
            <pc:sldMk cId="682396941" sldId="282"/>
            <ac:spMk id="55" creationId="{CDBEBA7C-FD1D-B57A-1E7D-B25370E3E214}"/>
          </ac:spMkLst>
        </pc:spChg>
        <pc:picChg chg="del">
          <ac:chgData name="Sreejith Rajan" userId="ec11bca0e4bee75f" providerId="LiveId" clId="{7B4F392D-EAB3-4CE7-903E-F84869825F47}" dt="2026-01-07T13:07:22.430" v="279" actId="478"/>
          <ac:picMkLst>
            <pc:docMk/>
            <pc:sldMk cId="682396941" sldId="282"/>
            <ac:picMk id="3" creationId="{9F5A7CFA-A38A-45B0-C0D8-08D5047DB2AE}"/>
          </ac:picMkLst>
        </pc:picChg>
      </pc:sldChg>
      <pc:sldChg chg="del">
        <pc:chgData name="Sreejith Rajan" userId="ec11bca0e4bee75f" providerId="LiveId" clId="{7B4F392D-EAB3-4CE7-903E-F84869825F47}" dt="2026-01-07T13:29:53.472" v="971" actId="47"/>
        <pc:sldMkLst>
          <pc:docMk/>
          <pc:sldMk cId="3362503428" sldId="283"/>
        </pc:sldMkLst>
      </pc:sldChg>
      <pc:sldChg chg="del">
        <pc:chgData name="Sreejith Rajan" userId="ec11bca0e4bee75f" providerId="LiveId" clId="{7B4F392D-EAB3-4CE7-903E-F84869825F47}" dt="2026-01-07T13:29:59.249" v="972" actId="47"/>
        <pc:sldMkLst>
          <pc:docMk/>
          <pc:sldMk cId="3896615428" sldId="284"/>
        </pc:sldMkLst>
      </pc:sldChg>
      <pc:sldChg chg="del">
        <pc:chgData name="Sreejith Rajan" userId="ec11bca0e4bee75f" providerId="LiveId" clId="{7B4F392D-EAB3-4CE7-903E-F84869825F47}" dt="2026-01-07T13:30:02.465" v="973" actId="47"/>
        <pc:sldMkLst>
          <pc:docMk/>
          <pc:sldMk cId="2768999598" sldId="285"/>
        </pc:sldMkLst>
      </pc:sldChg>
      <pc:sldChg chg="del">
        <pc:chgData name="Sreejith Rajan" userId="ec11bca0e4bee75f" providerId="LiveId" clId="{7B4F392D-EAB3-4CE7-903E-F84869825F47}" dt="2026-01-07T13:30:05.519" v="974" actId="47"/>
        <pc:sldMkLst>
          <pc:docMk/>
          <pc:sldMk cId="1488398723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70C6CA-FC2B-50B8-291E-1AED90A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D28A02E-D70B-9B07-F94D-C3FACB34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E7145B5-6E7B-4EE2-08D5-D40EBABE7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30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C7F45F-22FB-8B83-798F-03C0738C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0A1F72C-DBCA-73D5-4319-A7FDC2A0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36135E-791A-84AF-0BEC-1D06AB0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ECA89B7-AA3F-FD7E-AB65-88B732AF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F663E214-624F-6931-9819-CEFB7F7B2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D4AC08E-24E6-11C1-D605-416DEE481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20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ESP Architecture &amp; Toolchain Installation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926724" y="1057650"/>
            <a:ext cx="6011213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ESP32?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It’s a System on Chip( SoC)by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Expressif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Not only a microcontroller</a:t>
            </a:r>
          </a:p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ESP32 = MCU + Wi-Fi + BLE + peripherals + RTOS support on one chip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 32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6FB776-341E-12FF-7F5F-D635149E8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12684"/>
              </p:ext>
            </p:extLst>
          </p:nvPr>
        </p:nvGraphicFramePr>
        <p:xfrm>
          <a:off x="2698750" y="2020888"/>
          <a:ext cx="5905500" cy="15240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128399763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1745005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AVR ATmega328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5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Dual 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302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FreeRTOS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004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Wi-Fi + 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538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Bare metal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RTOS-first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777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497F26-3D14-2303-06EB-FB2FFF87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B15B2B1-49F5-2797-EA94-FD8176141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F769B9D-F2C9-ED4B-5F86-A4260FE8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11A124-BE6B-D0E7-A702-16FCE8754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842" y="867715"/>
            <a:ext cx="4314423" cy="40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E41AE-3E35-FB62-FF2F-404B210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283C473-62FC-4E7F-0537-4DF7FFC8F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 chain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DBEBA7C-FD1D-B57A-1E7D-B25370E3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 Code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 IDF Configuration</a:t>
            </a:r>
          </a:p>
        </p:txBody>
      </p:sp>
    </p:spTree>
    <p:extLst>
      <p:ext uri="{BB962C8B-B14F-4D97-AF65-F5344CB8AC3E}">
        <p14:creationId xmlns:p14="http://schemas.microsoft.com/office/powerpoint/2010/main" val="68239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740191-610A-1721-727A-563C7CD2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05CB07C-62A7-0E4C-6035-03E85C6DF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LED Blinking Process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3441B73-3EF0-0031-34E8-88A822C7B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49" y="1152474"/>
            <a:ext cx="6638933" cy="3741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the required folder (Examples) in VS code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ESP IDF Terminal (CTRL+SHIFT+P and search)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ESP IDF VERSION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–version</a:t>
            </a:r>
          </a:p>
          <a:p>
            <a:pPr indent="-355600"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Project 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build</a:t>
            </a:r>
          </a:p>
          <a:p>
            <a:pPr indent="-355600"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target (ESP 32). Only once per project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set-target esp32</a:t>
            </a:r>
          </a:p>
          <a:p>
            <a:pPr indent="-355600"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</a:t>
            </a:r>
          </a:p>
          <a:p>
            <a:pPr indent="-355600">
              <a:buSzPts val="2000"/>
              <a:buFont typeface="Helvetica Neue"/>
              <a:buChar char="●"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-p COM5 flash -b 115200</a:t>
            </a:r>
          </a:p>
          <a:p>
            <a:pPr marL="558800" lvl="1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Monitor 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pt-BR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-p COM5 monitor</a:t>
            </a:r>
          </a:p>
          <a:p>
            <a:pPr marL="558800" lvl="1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</a:t>
            </a:r>
            <a:r>
              <a:rPr lang="en-US" sz="22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Menuconfig</a:t>
            </a: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(Whenever needed)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idf.py </a:t>
            </a: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menuconfig</a:t>
            </a: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5BBAB8-4EBF-2324-8EDD-04F2726E9CCA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3FCA25-35B8-69A0-48BE-B820046C9609}"/>
              </a:ext>
            </a:extLst>
          </p:cNvPr>
          <p:cNvSpPr txBox="1"/>
          <p:nvPr/>
        </p:nvSpPr>
        <p:spPr>
          <a:xfrm>
            <a:off x="5185624" y="21416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8962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162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Helvetica Neue</vt:lpstr>
      <vt:lpstr>Anek Malayalam SemiBold</vt:lpstr>
      <vt:lpstr>Anek Malayalam</vt:lpstr>
      <vt:lpstr>Simple Light</vt:lpstr>
      <vt:lpstr>ESP Architecture &amp; Toolchain Installation</vt:lpstr>
      <vt:lpstr>Introduction </vt:lpstr>
      <vt:lpstr>ESP 32 </vt:lpstr>
      <vt:lpstr>Architecture </vt:lpstr>
      <vt:lpstr>Tool chain </vt:lpstr>
      <vt:lpstr>LED Blinking Process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2026-01-07T16:05:39Z</dcterms:modified>
</cp:coreProperties>
</file>
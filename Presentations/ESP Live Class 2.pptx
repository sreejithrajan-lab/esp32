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8" r:id="rId3"/>
    <p:sldId id="281" r:id="rId4"/>
    <p:sldId id="282" r:id="rId5"/>
    <p:sldId id="264" r:id="rId6"/>
  </p:sldIdLst>
  <p:sldSz cx="9144000" cy="5143500" type="screen16x9"/>
  <p:notesSz cx="6858000" cy="9144000"/>
  <p:embeddedFontLst>
    <p:embeddedFont>
      <p:font typeface="Anek Malayalam" panose="020B0604020202020204" charset="0"/>
      <p:regular r:id="rId8"/>
      <p:bold r:id="rId9"/>
    </p:embeddedFont>
    <p:embeddedFont>
      <p:font typeface="Anek Malayalam SemiBold" panose="020B0604020202020204" charset="0"/>
      <p:regular r:id="rId10"/>
      <p:bold r:id="rId11"/>
    </p:embeddedFon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664CA-9B06-42D0-AAB4-1AD47621DBE5}" v="11" dt="2026-01-07T13:29:04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custSel delSld modSld">
      <pc:chgData name="Sreejith Rajan" userId="ec11bca0e4bee75f" providerId="LiveId" clId="{7B4F392D-EAB3-4CE7-903E-F84869825F47}" dt="2026-01-07T16:05:31.170" v="975" actId="1076"/>
      <pc:docMkLst>
        <pc:docMk/>
      </pc:docMkLst>
      <pc:sldChg chg="modSp mod">
        <pc:chgData name="Sreejith Rajan" userId="ec11bca0e4bee75f" providerId="LiveId" clId="{7B4F392D-EAB3-4CE7-903E-F84869825F47}" dt="2026-01-07T10:56:47.674" v="4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6-01-07T10:56:47.674" v="47" actId="20577"/>
          <ac:spMkLst>
            <pc:docMk/>
            <pc:sldMk cId="0" sldId="256"/>
            <ac:spMk id="3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07T10:58:41.331" v="232"/>
        <pc:sldMkLst>
          <pc:docMk/>
          <pc:sldMk cId="0" sldId="258"/>
        </pc:sldMkLst>
        <pc:spChg chg="mod">
          <ac:chgData name="Sreejith Rajan" userId="ec11bca0e4bee75f" providerId="LiveId" clId="{7B4F392D-EAB3-4CE7-903E-F84869825F47}" dt="2026-01-07T10:58:41.331" v="232"/>
          <ac:spMkLst>
            <pc:docMk/>
            <pc:sldMk cId="0" sldId="258"/>
            <ac:spMk id="47" creationId="{00000000-0000-0000-0000-000000000000}"/>
          </ac:spMkLst>
        </pc:spChg>
      </pc:sldChg>
      <pc:sldChg chg="addSp modSp mod">
        <pc:chgData name="Sreejith Rajan" userId="ec11bca0e4bee75f" providerId="LiveId" clId="{7B4F392D-EAB3-4CE7-903E-F84869825F47}" dt="2026-01-07T11:00:03.401" v="245" actId="122"/>
        <pc:sldMkLst>
          <pc:docMk/>
          <pc:sldMk cId="0" sldId="259"/>
        </pc:sldMkLst>
        <pc:spChg chg="mod">
          <ac:chgData name="Sreejith Rajan" userId="ec11bca0e4bee75f" providerId="LiveId" clId="{7B4F392D-EAB3-4CE7-903E-F84869825F47}" dt="2026-01-07T10:58:52.355" v="238" actId="20577"/>
          <ac:spMkLst>
            <pc:docMk/>
            <pc:sldMk cId="0" sldId="259"/>
            <ac:spMk id="54" creationId="{00000000-0000-0000-0000-000000000000}"/>
          </ac:spMkLst>
        </pc:spChg>
        <pc:spChg chg="mod">
          <ac:chgData name="Sreejith Rajan" userId="ec11bca0e4bee75f" providerId="LiveId" clId="{7B4F392D-EAB3-4CE7-903E-F84869825F47}" dt="2026-01-07T10:59:46.265" v="242" actId="5793"/>
          <ac:spMkLst>
            <pc:docMk/>
            <pc:sldMk cId="0" sldId="259"/>
            <ac:spMk id="55" creationId="{00000000-0000-0000-0000-000000000000}"/>
          </ac:spMkLst>
        </pc:spChg>
        <pc:graphicFrameChg chg="add mod modGraphic">
          <ac:chgData name="Sreejith Rajan" userId="ec11bca0e4bee75f" providerId="LiveId" clId="{7B4F392D-EAB3-4CE7-903E-F84869825F47}" dt="2026-01-07T11:00:03.401" v="245" actId="122"/>
          <ac:graphicFrameMkLst>
            <pc:docMk/>
            <pc:sldMk cId="0" sldId="259"/>
            <ac:graphicFrameMk id="2" creationId="{7F6FB776-341E-12FF-7F5F-D635149E8727}"/>
          </ac:graphicFrameMkLst>
        </pc:graphicFrameChg>
      </pc:sldChg>
      <pc:sldChg chg="delSp modSp mod">
        <pc:chgData name="Sreejith Rajan" userId="ec11bca0e4bee75f" providerId="LiveId" clId="{7B4F392D-EAB3-4CE7-903E-F84869825F47}" dt="2026-01-07T16:05:31.170" v="975" actId="1076"/>
        <pc:sldMkLst>
          <pc:docMk/>
          <pc:sldMk cId="1389626550" sldId="267"/>
        </pc:sldMkLst>
        <pc:spChg chg="del">
          <ac:chgData name="Sreejith Rajan" userId="ec11bca0e4bee75f" providerId="LiveId" clId="{7B4F392D-EAB3-4CE7-903E-F84869825F47}" dt="2026-01-07T13:19:55.173" v="651" actId="478"/>
          <ac:spMkLst>
            <pc:docMk/>
            <pc:sldMk cId="1389626550" sldId="267"/>
            <ac:spMk id="6" creationId="{DD3A9819-F112-E25B-7138-2A0760126BA6}"/>
          </ac:spMkLst>
        </pc:spChg>
        <pc:spChg chg="mod">
          <ac:chgData name="Sreejith Rajan" userId="ec11bca0e4bee75f" providerId="LiveId" clId="{7B4F392D-EAB3-4CE7-903E-F84869825F47}" dt="2026-01-07T16:05:31.170" v="975" actId="1076"/>
          <ac:spMkLst>
            <pc:docMk/>
            <pc:sldMk cId="1389626550" sldId="267"/>
            <ac:spMk id="7" creationId="{4C3FCA25-35B8-69A0-48BE-B820046C9609}"/>
          </ac:spMkLst>
        </pc:spChg>
        <pc:spChg chg="mod">
          <ac:chgData name="Sreejith Rajan" userId="ec11bca0e4bee75f" providerId="LiveId" clId="{7B4F392D-EAB3-4CE7-903E-F84869825F47}" dt="2026-01-07T13:29:50.254" v="970" actId="20577"/>
          <ac:spMkLst>
            <pc:docMk/>
            <pc:sldMk cId="1389626550" sldId="267"/>
            <ac:spMk id="54" creationId="{505CB07C-62A7-0E4C-6035-03E85C6DF01E}"/>
          </ac:spMkLst>
        </pc:spChg>
        <pc:spChg chg="mod">
          <ac:chgData name="Sreejith Rajan" userId="ec11bca0e4bee75f" providerId="LiveId" clId="{7B4F392D-EAB3-4CE7-903E-F84869825F47}" dt="2026-01-07T13:29:07.741" v="938" actId="15"/>
          <ac:spMkLst>
            <pc:docMk/>
            <pc:sldMk cId="1389626550" sldId="267"/>
            <ac:spMk id="55" creationId="{93441B73-3EF0-0031-34E8-88A822C7B502}"/>
          </ac:spMkLst>
        </pc:spChg>
      </pc:sldChg>
      <pc:sldChg chg="addSp modSp mod">
        <pc:chgData name="Sreejith Rajan" userId="ec11bca0e4bee75f" providerId="LiveId" clId="{7B4F392D-EAB3-4CE7-903E-F84869825F47}" dt="2026-01-07T13:07:10.994" v="268" actId="1076"/>
        <pc:sldMkLst>
          <pc:docMk/>
          <pc:sldMk cId="280470215" sldId="281"/>
        </pc:sldMkLst>
        <pc:spChg chg="mod">
          <ac:chgData name="Sreejith Rajan" userId="ec11bca0e4bee75f" providerId="LiveId" clId="{7B4F392D-EAB3-4CE7-903E-F84869825F47}" dt="2026-01-07T11:08:44.250" v="257" actId="20577"/>
          <ac:spMkLst>
            <pc:docMk/>
            <pc:sldMk cId="280470215" sldId="281"/>
            <ac:spMk id="54" creationId="{6B15B2B1-49F5-2797-EA94-FD8176141DEB}"/>
          </ac:spMkLst>
        </pc:spChg>
        <pc:spChg chg="mod">
          <ac:chgData name="Sreejith Rajan" userId="ec11bca0e4bee75f" providerId="LiveId" clId="{7B4F392D-EAB3-4CE7-903E-F84869825F47}" dt="2026-01-07T11:08:49.453" v="259" actId="5793"/>
          <ac:spMkLst>
            <pc:docMk/>
            <pc:sldMk cId="280470215" sldId="281"/>
            <ac:spMk id="55" creationId="{3F769B9D-F2C9-ED4B-5F86-A4260FE8E786}"/>
          </ac:spMkLst>
        </pc:spChg>
        <pc:picChg chg="add mod">
          <ac:chgData name="Sreejith Rajan" userId="ec11bca0e4bee75f" providerId="LiveId" clId="{7B4F392D-EAB3-4CE7-903E-F84869825F47}" dt="2026-01-07T13:07:10.994" v="268" actId="1076"/>
          <ac:picMkLst>
            <pc:docMk/>
            <pc:sldMk cId="280470215" sldId="281"/>
            <ac:picMk id="3" creationId="{C911A124-BE6B-D0E7-A702-16FCE87542A6}"/>
          </ac:picMkLst>
        </pc:picChg>
      </pc:sldChg>
      <pc:sldChg chg="delSp modSp mod">
        <pc:chgData name="Sreejith Rajan" userId="ec11bca0e4bee75f" providerId="LiveId" clId="{7B4F392D-EAB3-4CE7-903E-F84869825F47}" dt="2026-01-07T13:07:58.136" v="345" actId="20577"/>
        <pc:sldMkLst>
          <pc:docMk/>
          <pc:sldMk cId="682396941" sldId="282"/>
        </pc:sldMkLst>
        <pc:spChg chg="mod">
          <ac:chgData name="Sreejith Rajan" userId="ec11bca0e4bee75f" providerId="LiveId" clId="{7B4F392D-EAB3-4CE7-903E-F84869825F47}" dt="2026-01-07T13:07:20.328" v="278" actId="20577"/>
          <ac:spMkLst>
            <pc:docMk/>
            <pc:sldMk cId="682396941" sldId="282"/>
            <ac:spMk id="54" creationId="{9283C473-62FC-4E7F-0537-4DF7FFC8FAA1}"/>
          </ac:spMkLst>
        </pc:spChg>
        <pc:spChg chg="mod">
          <ac:chgData name="Sreejith Rajan" userId="ec11bca0e4bee75f" providerId="LiveId" clId="{7B4F392D-EAB3-4CE7-903E-F84869825F47}" dt="2026-01-07T13:07:58.136" v="345" actId="20577"/>
          <ac:spMkLst>
            <pc:docMk/>
            <pc:sldMk cId="682396941" sldId="282"/>
            <ac:spMk id="55" creationId="{CDBEBA7C-FD1D-B57A-1E7D-B25370E3E214}"/>
          </ac:spMkLst>
        </pc:spChg>
        <pc:picChg chg="del">
          <ac:chgData name="Sreejith Rajan" userId="ec11bca0e4bee75f" providerId="LiveId" clId="{7B4F392D-EAB3-4CE7-903E-F84869825F47}" dt="2026-01-07T13:07:22.430" v="279" actId="478"/>
          <ac:picMkLst>
            <pc:docMk/>
            <pc:sldMk cId="682396941" sldId="282"/>
            <ac:picMk id="3" creationId="{9F5A7CFA-A38A-45B0-C0D8-08D5047DB2AE}"/>
          </ac:picMkLst>
        </pc:picChg>
      </pc:sldChg>
      <pc:sldChg chg="del">
        <pc:chgData name="Sreejith Rajan" userId="ec11bca0e4bee75f" providerId="LiveId" clId="{7B4F392D-EAB3-4CE7-903E-F84869825F47}" dt="2026-01-07T13:29:53.472" v="971" actId="47"/>
        <pc:sldMkLst>
          <pc:docMk/>
          <pc:sldMk cId="3362503428" sldId="283"/>
        </pc:sldMkLst>
      </pc:sldChg>
      <pc:sldChg chg="del">
        <pc:chgData name="Sreejith Rajan" userId="ec11bca0e4bee75f" providerId="LiveId" clId="{7B4F392D-EAB3-4CE7-903E-F84869825F47}" dt="2026-01-07T13:29:59.249" v="972" actId="47"/>
        <pc:sldMkLst>
          <pc:docMk/>
          <pc:sldMk cId="3896615428" sldId="284"/>
        </pc:sldMkLst>
      </pc:sldChg>
      <pc:sldChg chg="del">
        <pc:chgData name="Sreejith Rajan" userId="ec11bca0e4bee75f" providerId="LiveId" clId="{7B4F392D-EAB3-4CE7-903E-F84869825F47}" dt="2026-01-07T13:30:02.465" v="973" actId="47"/>
        <pc:sldMkLst>
          <pc:docMk/>
          <pc:sldMk cId="2768999598" sldId="285"/>
        </pc:sldMkLst>
      </pc:sldChg>
      <pc:sldChg chg="del">
        <pc:chgData name="Sreejith Rajan" userId="ec11bca0e4bee75f" providerId="LiveId" clId="{7B4F392D-EAB3-4CE7-903E-F84869825F47}" dt="2026-01-07T13:30:05.519" v="974" actId="47"/>
        <pc:sldMkLst>
          <pc:docMk/>
          <pc:sldMk cId="1488398723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70C6CA-FC2B-50B8-291E-1AED90A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D28A02E-D70B-9B07-F94D-C3FACB34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E7145B5-6E7B-4EE2-08D5-D40EBABE7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3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C7F45F-22FB-8B83-798F-03C0738C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0A1F72C-DBCA-73D5-4319-A7FDC2A0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36135E-791A-84AF-0BEC-1D06AB0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3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ESP 32 GPIO STACK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Application Layer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↓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GPIO Driver (ESP‑IDF API)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↓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HAL (Hardware Abstraction Layer)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↓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SoC Layer / Register Access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↓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Anek Malayalam" panose="020B0604020202020204" charset="0"/>
                <a:cs typeface="Anek Malayalam" panose="020B0604020202020204" charset="0"/>
              </a:rPr>
              <a:t>GPIO Peripheral Hardware</a:t>
            </a:r>
            <a:endParaRPr lang="en-US" sz="1800" dirty="0">
              <a:solidFill>
                <a:schemeClr val="tx1"/>
              </a:solidFill>
              <a:latin typeface="Anek Malayalam" panose="020B0604020202020204" charset="0"/>
              <a:ea typeface="Helvetica Neue"/>
              <a:cs typeface="Anek Malayalam" panose="020B0604020202020204" charset="0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497F26-3D14-2303-06EB-FB2FFF87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B15B2B1-49F5-2797-EA94-FD8176141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 32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F769B9D-F2C9-ED4B-5F86-A4260FE8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Make a Parent Directory and Change to that Directory from ESP IDF Terminal</a:t>
            </a: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Make your project there : 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create-project blink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The Project Structure will be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blink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├── CMakeLists.txt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├── main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│    ├── CMakeLists.txt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│    └── </a:t>
            </a:r>
            <a:r>
              <a:rPr lang="en-IN" sz="20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blink.c</a:t>
            </a: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047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E41AE-3E35-FB62-FF2F-404B210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283C473-62FC-4E7F-0537-4DF7FFC8F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DBEBA7C-FD1D-B57A-1E7D-B25370E3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4: Set Target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idf.py set-target esp32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5: Write the code in </a:t>
            </a:r>
            <a:r>
              <a:rPr lang="en-IN" sz="20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main.c</a:t>
            </a:r>
            <a:endParaRPr lang="en-IN"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6: Build the project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idf.py build</a:t>
            </a:r>
          </a:p>
          <a:p>
            <a:pPr marL="101600" lvl="0" indent="0">
              <a:buSzPts val="2000"/>
              <a:buNone/>
            </a:pPr>
            <a:r>
              <a:rPr lang="en-IN" sz="20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</a:t>
            </a: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IN" sz="20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IN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 into the board</a:t>
            </a:r>
          </a:p>
          <a:p>
            <a:pPr marL="101600" lvl="0" indent="0">
              <a:buSzPts val="2000"/>
              <a:buNone/>
            </a:pP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-p COM10 -b 115200 flash</a:t>
            </a:r>
            <a:endParaRPr lang="en-IN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8239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153</Words>
  <Application>Microsoft Office PowerPoint</Application>
  <PresentationFormat>On-screen Show 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Anek Malayalam SemiBold</vt:lpstr>
      <vt:lpstr>Arial</vt:lpstr>
      <vt:lpstr>Helvetica Neue</vt:lpstr>
      <vt:lpstr>Anek Malayalam</vt:lpstr>
      <vt:lpstr>Simple Light</vt:lpstr>
      <vt:lpstr>ESP 32 GPIO STACK</vt:lpstr>
      <vt:lpstr>Introduction </vt:lpstr>
      <vt:lpstr>ESP 32 Programming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34</cp:revision>
  <dcterms:modified xsi:type="dcterms:W3CDTF">2026-03-06T14:52:36Z</dcterms:modified>
</cp:coreProperties>
</file>